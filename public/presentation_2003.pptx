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Александр Ключников. Полтора года назад я посмотрел «Аполлон-13» и задумался: а как вообще рассчитать полёт от Земли до Луны? Я нашёл формулы — уравнения задачи трёх тел. Но формулы — это символы на бумаге. Мне захотелось увидеть, как они выглядят. Запустить и посмотреть.
Я стал искать готовый симулятор — и не нашёл. Есть PhET, Desmos, Universe Sandbox — но ни один не моделирует систему Земля–Луна с точками Лагранжа, тягой и контролем точности. Тогда я решил написать его сам.
[Тон: личный, спокойный. Не «научный доклад», а рассказ.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Но если упростить — два массивных тела по кругу, третье лёгкое — получается круговая ограниченная задача, КОЗТТ.
[~30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Вот сравнение с существующими инструментами. Видно: ни один не сочетает КОЗТТ, 3D, тягу и контроль точности. Наш симулятор — единственный.
[Быстро,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сам симулятор. Вы можете открыть его прямо сейчас по QR-коду. 3D визуализация, три интегратора, тяга, точки Лагранжа — всё в браузере.
[Пауза 5 с — дать аудитории отсканировать QR.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создать обучающий веб-симулятор. Шесть задач: от теории до публикации онлайн.
[Темп чуть быстрее,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Уравнения движения — гравитация плюс две фантомные силы от вращения. Обратите внимание на член 2ω×v — это сила Кориолиса. Она зависит от скорости. Запомните это — через минуту это станет важным.
[Приём foreshadowing — создаёт интригу.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допущения: круговая орбита Луны, малая масса аппарата, без Солнца. Модель не для реальных миссий, но для понимания динамики — вполне корректна.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I: «Эйлер врёт»
Я начал с метода Эйлера — простейший способ решить уравнения численно. И первое, что меня удивило: ошибка быстро накапливается. Аппарат, который должен лететь по замкнутой орбите, улетает в бесконечность.
Тогда я реализовал Velocity Verlet — метод второго порядка. Теоретически: уменьшаешь шаг вдвое — ошибка уменьшается в четыре раза. Гораздо лучше.
[~20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контроля точности я использую интеграл Якоби — единственную величину, которая точно сохраняется в КОЗТТ. Его дрейф — мера накопленной ошибки.
[Кратко,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итерированный Верле: три итерации за каждый шаг уточняют скорость. Результат — на графике. Красная линия: Эйлер, наклон 1.0, первый порядок. Оранжевая: стандартный Верле — тоже 1.0, деградировал. Зелёная: итерированный Верле — наклон 1.97, практически идеальный второй порядок.
При шаге 30 секунд: ошибка Эйлера — 8 километров. Итерированного Верле — 13 сантиметров. Разница — в 49 тысяч раз.
[ПАУЗА после «13 сантиметров». Это кульминация. ~20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вблизи Земли или Луны шаг автоматически уменьшается.
[Кратко,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II: «Лагранж из Desmos»
Второе удивление случилось с точками Лагранжа — это пять точек, где аппарат может зависнуть неподвижно между Землёй и Луной.
Я начал с того, что построил график ускорения в Desmos и стал приближать. Зумил, зумил, зумил... И увидел: в одном месте ускорение меняет знак. Я подумал: а что если искать эту точку автоматически — делить отрезок пополам и смотреть, где знак меняется? Написал алгоритм — и он нашёл L1 с точностью до 10 в минус восемнадцатой степени.
Потом я узнал, что этот метод называется «бисекция» и ему несколько столетий. Но я пришёл к нему сам — от графика в Desmos.
[КЛЮЧЕВОЙ момент для «личного вклада» (30% оценки). Говорить с лёгкой улыбкой. 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код — и Python-эксперименты, и JavaScript-симулятор — написан мной с нуля. Вывод уравнений, интеграл Якоби, три интегратора, семь экспериментов, поиск точек Лагранжа, 3D-визуализация.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будущем можно учесть эксцентриситет Луны, добавить Солнце, реализовать удержание орбиты. А на базе симулятора — создать лабораторные работы.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шесть задач выполнены. Главный количественный результат: итерированный Верле точнее Эйлера в 58 тысяч раз по интегралу Якоби.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
[Пауза. Спокойно.]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симулятор — готовый инструмент для четырёх лабораторных работ. Гало-орбиты, свободный возврат, хаос, тяга. Работает в браузере, ничего не нужно устанавливать. Сейчас я покажу один из этих экспериментов.
[~15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Хаос у L1: разница в начальной скорости всего 1 м/с — и через две недели траектории расходятся на тысячи километров.
[~15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III: «Предательство Верле»
И вот третье — самое неожиданное — удивление. Когда я провёл серию из семи численных экспериментов и построил log-log график, я увидел, что Velocity Verlet — метод, который должен быть второго порядка — ведёт себя как первый. Наклон на графике — 1.0, а не 2.0.
Я начал разбираться: почему? Помните, я просил запомнить силу Кориолиса — 2ω на вектор скорости? Вот в чём проблема: стандартный Верле предполагает, что ускорение зависит только от положения. А Кориолис зависит от скорости. Верле подставляет приближённую скорость — и теряет порядок точности.
[«Помните?» — замыкание интриги из Акта I. 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Гало-орбита вокруг точки L1 — аппарат замыкает орбиту с точностью 3.6 километра за 293 часа.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Свободный возврат — облёт Луны и возврат к Земле без единой коррекции, как Аполлон-13.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Постоянная сила в 5 ньютонов превращает далёкий пролёт в подлёт к Луне на 2 500 километров.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Симулятор написан на Python + Streamlit. Эксперименты — отдельные Python-скрипты. Сайт — чистый HTML/CSS/JS. Весь код написан мной с нуля.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ключевых источников: Szebehely — классический учебник по ЗОЗТ, Richardson — гало-орбиты, Hairer — геометрическое интегрирование (Верле), Koon — динамические системы, Farquhar — первое описание гало-орбит, NASA — данные Apollo.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начат в сентябре 2025. За 7 месяцев: от теории — к 2D-прототипу на Python, потом — 3D на Three.js, потом — численные эксперименты и публикация на rocketlauncher.space.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интегрирование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инструмента для изучения движения тела в системе Земля-Луна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Бабинцев В.А., доцент каф. общей физики МФТИ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Старт в науку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в тему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трёх тел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небесной механики.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Аналитического решения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существует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массивных тела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движутся по окружности.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тело — малой массы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Вращающаяся система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и Луна неподвижны.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силы Кориолиса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центробежная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— базовая модель для изучения динамики в системе Земля–Луна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120640" cy="25603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fervent-ecstatic-fermi/mnt/spacerocketlauncher/screenshots/halo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170432"/>
            <a:ext cx="5065776" cy="2505456"/>
          </a:xfrm>
          <a:prstGeom prst="rect">
            <a:avLst/>
          </a:prstGeom>
        </p:spPr>
      </p:pic>
      <p:pic>
        <p:nvPicPr>
          <p:cNvPr id="6" name="Image 1" descr="/sessions/fervent-ecstatic-fermi/mnt/spacerocketlauncher/qr_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143000"/>
            <a:ext cx="25603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794760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3218688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1883664" cy="4389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31520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212848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2304288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304288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 тел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785616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877056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877056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358384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449824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49824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31152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022592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022592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сила Кориолиса. Зависит от скорости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тяги: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окне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tₒff]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2ω×v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f(x,v)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итерированный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Кориолисова сила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зависит от скорости → стандартный Верле теряет порядок → итерации восстанавливают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experiments/02_integrator_comparison/log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реализация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реализация итерированного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начальных условий — с нуля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Эллиптическая 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эксцентриситета Луны (e = 0.055)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Солнца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до задачи четырёх тел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вблизи гало-орбиты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итерированный Верле точнее Эйлера в 58 000×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дрейфу Якоби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ошибке позиции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2709</Words>
  <Application>Microsoft Macintosh PowerPoint</Application>
  <PresentationFormat>On-screen Show (16:9)</PresentationFormat>
  <Paragraphs>448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2</cp:revision>
  <dcterms:created xsi:type="dcterms:W3CDTF">2026-03-19T13:12:59Z</dcterms:created>
  <dcterms:modified xsi:type="dcterms:W3CDTF">2026-03-19T21:26:07Z</dcterms:modified>
</cp:coreProperties>
</file>