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Александр Ключников. Полтора года назад я посмотрел «Аполлон-13» и задумался: а как вообще рассчитать полёт от Земли до Луны? Я нашёл формулы — уравнения задачи трёх тел. Но формулы — это символы на бумаге. Мне захотелось увидеть, как они выглядят. Запустить и посмотреть.
Я стал искать готовый симулятор — и не нашёл. Есть PhET, Desmos, Universe Sandbox — но ни один не моделирует систему Земля–Луна с точками Лагранжа, тягой и контролем точности. Тогда я решил написать его сам.
[Тон: личный, спокойный. Не «научный доклад», а рассказ.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Вот сравнение с существующими инструментами. Видно: ни один не сочетает КОЗТТ, 3D, тягу и контроль точности. Наш симулятор — единственный.
[Быстро,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сам симулятор. Вы можете открыть его прямо сейчас по QR-коду. 3D визуализация, три интегратора, тяга, точки Лагранжа — всё в браузере.
[Пауза 5 с — дать аудитории отсканировать QR.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создать обучающий веб-симулятор. Шесть задач: от теории до публикации онлайн.
[Темп чуть быстрее,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симулятор — готовый инструмент для четырёх лабораторных работ. Гало-орбиты, свободный возврат, хаос, тяга. Работает в браузере, ничего не нужно устанавливать. Сейчас я покажу один из этих экспериментов.
[~15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Хаос у L1: разница в начальной скорости всего 1 м/с — и через две недели траектории расходятся на тысячи километров.
[~15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итерированный Верле: три итерации за каждый шаг уточняют скорость. Результат — на графике. Красная линия: Эйлер, наклон 1.0, первый порядок. Оранжевая: стандартный Верле — тоже 1.0, деградировал. Зелёная: итерированный Верле — наклон 1.97, практически идеальный второй порядок.
При шаге 30 секунд: ошибка Эйлера — 8 километров. Итерированного Верле — 13 сантиметров. Разница — в 49 тысяч раз.
[ПАУЗА после «13 сантиметров». Это кульминация. ~20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III: «Предательство Верле»
И вот третье — самое неожиданное — удивление. Когда я провёл серию из семи численных экспериментов и построил log-log график, я увидел, что Velocity Verlet — метод, который должен быть второго порядка — ведёт себя как первый. Наклон на графике — 1.0, а не 2.0.
Я начал разбираться: почему? Помните, я просил запомнить силу Кориолиса — 2ω на вектор скорости? Вот в чём проблема: стандартный Верле предполагает, что ускорение зависит только от положения. А Кориолис зависит от скорости. Верле подставляет приближённую скорость — и теряет порядок точности.
[«Помните?» — замыкание интриги из Акта I. ~30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код — и Python-эксперименты, и JavaScript-симулятор — написан мной с нуля. Вывод уравнений, интеграл Якоби, три интегратора, семь экспериментов, поиск точек Лагранжа, 3D-визуализация.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шесть задач выполнены. Главный количественный результат: итерированный Верле точнее Эйлера в 58 тысяч раз. Спасибо за внимание. Готов ответить на вопросы.
[Пауза. Спокойно.]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Уравнения движения — гравитация плюс две фантомные силы от вращения. Обратите внимание на член 2ω×v — это сила Кориолиса. Она зависит от скорости. Запомните это — через минуту это станет важным.
[Приём foreshadowing — создаёт интригу.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допущения: круговая орбита Луны, малая масса аппарата, без Солнца. Модель не для реальных миссий, но для понимания динамики — вполне корректна.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I: «Эйлер врёт»
Я начал с метода Эйлера — простейший способ решить уравнения численно. И первое, что меня удивило: ошибка быстро накапливается. Аппарат, который должен лететь по замкнутой орбите, улетает в бесконечность.
Тогда я реализовал Velocity Verlet — метод второго порядка. Теоретически: уменьшаешь шаг вдвое — ошибка уменьшается в четыре раза. Гораздо лучше.
[~20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контроля точности я использую интеграл Якоби — единственную величину, которая точно сохраняется в КОЗТТ. Его дрейф — мера накопленной ошибки.
[Кратко,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вблизи Земли или Луны шаг автоматически уменьшается.
[Кратко,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II: «Лагранж из Desmos»
Второе удивление случилось с точками Лагранжа — это пять точек, где аппарат может зависнуть неподвижно между Землёй и Луной.
Я начал с того, что построил график ускорения в Desmos и стал приближать. Зумил, зумил, зумил... И увидел: в одном месте ускорение меняет знак. Я подумал: а что если искать эту точку автоматически — делить отрезок пополам и смотреть, где знак меняется? Написал алгоритм — и он нашёл L1 с точностью до 10 в минус восемнадцатой степени.
Потом я узнал, что этот метод называется «бисекция» и ему несколько столетий. Но я пришёл к нему сам — от графика в Desmos.
[КЛЮЧЕВОЙ момент для «личного вклада» (30% оценки). Говорить с лёгкой улыбкой. ~30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Гало-орбита вокруг точки L1 — аппарат замыкает орбиту с точностью 3.6 километра за 293 часа.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Свободный возврат — облёт Луны и возврат к Земле без единой коррекции, как Аполлон-13.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Постоянная сила в 5 ньютонов превращает далёкий пролёт в подлёт к Луне на 2 500 километров.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Симулятор написан на Python + Streamlit. Эксперименты — отдельные Python-скрипты. Сайт — чистый HTML/CSS/JS. Весь код написан мной с нуля.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развивался полтора года: от теории — к 2D-прототипу на Python, потом — 3D на JavaScript, потом — численные эксперименты и публикация.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будущем можно учесть эксцентриситет Луны, добавить Солнце, реализовать удержание орбиты. А на базе симулятора — создать лабораторные работы.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моделирование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траекторий в круговой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Земля–Луна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«Старт в науку» МФТИ,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(КОЗТТ) — базовая модель динамики Земля–Луна. Аналитического решения не существует.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914400"/>
                <a:gridCol w="91440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31920"/>
            <a:ext cx="7315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502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нашёл. Тогда написал его сам.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5120640" cy="256032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5" name="Image 0" descr="/sessions/fervent-ecstatic-fermi/mnt/spacerocketlauncher/screenshots/halo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70432"/>
            <a:ext cx="5065776" cy="2505456"/>
          </a:xfrm>
          <a:prstGeom prst="rect">
            <a:avLst/>
          </a:prstGeom>
        </p:spPr>
      </p:pic>
      <p:pic>
        <p:nvPicPr>
          <p:cNvPr id="6" name="Image 1" descr="/sessions/fervent-ecstatic-fermi/mnt/spacerocketlauncher/qr_sim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25603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3_cha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м/с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км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недели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experiments/02_integrator_comparison/log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645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наклон 1.00 → O(h)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наклон 1.00 → O(h)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0760" y="2926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наклон 1.97 → O(h²)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3246120"/>
            <a:ext cx="2743200" cy="10058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786384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2724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Итерированный Верле точнее Эйлера по дрейфу Якоби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реализация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реализация итерированного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начальных условий — с нуля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6128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итерированный Верле точнее Эйлера в 58 000×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0720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5584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200" dirty="0"/>
          </a:p>
        </p:txBody>
      </p:sp>
      <p:pic>
        <p:nvPicPr>
          <p:cNvPr id="19" name="Image 0" descr="/sessions/fervent-ecstatic-fermi/mnt/spacerocketlauncher/qr_sim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43000"/>
            <a:ext cx="2560320" cy="2560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ẍ = 2ωẏ + ω²x − GM_E(x+d_E)/r_E³ − GM_M(x−d_M)/r_M³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ÿ = −2ωẋ + ω²y − GM_E·y/r_E³ − GM_M·y/r_M³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z̈ = − GM_E·z/r_E³ − GM_M·z/r_M³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499616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3108960"/>
            <a:ext cx="1499616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2304288" y="31546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M_E, M_M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04288" y="3474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 тел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3108960"/>
            <a:ext cx="1499616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31546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d_E, d_M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77056" y="3474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58384" y="3108960"/>
            <a:ext cx="1499616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49824" y="31546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r_E, r_M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9824" y="3474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31152" y="3108960"/>
            <a:ext cx="1499616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7022592" y="31546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22592" y="34747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50292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5935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2ωẋ  и  −2ωẏ  — сила Кориолиса. Зависит от скорости. Запомните это.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39593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тяги: постоянная сила F в окне [t_on, t_off]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O(h).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O(h²) теор.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 2ω×v — a = f(x,v)!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 O(h) в КОЗТТ.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O(h)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итерированный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v.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 O(h²).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O(h²)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Кориолисова сила 2ω × v зависит от скорости → стандартный Верле теряет порядок → итерации восстанавливают O(h²)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C_J  =  2U  −  V²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 e = (C_J(t) − C_J(0)) / C_J(0)  —  мера накопленной ошибки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1/r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 =  dt_max  /  ( 1 + (v / v_ref) · (dt_max / dt_min − 1)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496312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dt_max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2606040"/>
            <a:ext cx="2496312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310896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уменьшается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 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8464" y="2606040"/>
            <a:ext cx="2496312" cy="1417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69748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81344" y="310896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≈ dt_min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54680" y="29260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33872" y="292608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828800"/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703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1_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2_free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Мин. до Луны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Облёт Луны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4_th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тяги → Луна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100 800 км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тягой → Луна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км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Plotly 3D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SciPy (RK45 для валидации)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Matplotlib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скриптов, ~2 500 строк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Python + JavaScript  ·  Открытый исходный код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97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9352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6728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104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856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623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3608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098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61188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657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месяцев: от теории до публикации на сайте — полный цикл разработки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Эллиптическая 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эксцентриситета Луны (e = 0.055)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Солнца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до задачи четырёх тел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вблизи гало-орбиты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Ключников Александр</cp:lastModifiedBy>
  <cp:revision>1</cp:revision>
  <dcterms:created xsi:type="dcterms:W3CDTF">2026-03-19T07:15:25Z</dcterms:created>
  <dcterms:modified xsi:type="dcterms:W3CDTF">2026-03-19T07:15:25Z</dcterms:modified>
</cp:coreProperties>
</file>